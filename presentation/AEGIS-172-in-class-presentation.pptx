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1"/>
          </a:solidFill>
          <a:ln w="12700">
            <a:solidFill>
              <a:srgbClr val="08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11064240" cy="0"/>
          </a:xfrm>
          <a:prstGeom prst="line">
            <a:avLst/>
          </a:prstGeom>
          <a:noFill/>
          <a:ln w="15875">
            <a:solidFill>
              <a:srgbClr val="2748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868680"/>
            <a:ext cx="3246120" cy="3246120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42D9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9358" y="1355598"/>
            <a:ext cx="2272284" cy="2272284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42D9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66276" y="1842516"/>
            <a:ext cx="1298448" cy="1298448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42D9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15500" y="2491740"/>
            <a:ext cx="1136142" cy="-908914"/>
          </a:xfrm>
          <a:prstGeom prst="line">
            <a:avLst/>
          </a:prstGeom>
          <a:noFill/>
          <a:ln w="25400">
            <a:solidFill>
              <a:srgbClr val="42D9F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3611880"/>
            <a:ext cx="2011680" cy="2011680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FFB44C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3913632"/>
            <a:ext cx="1408176" cy="1408176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FFB44C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0344" y="4215384"/>
            <a:ext cx="804672" cy="804672"/>
          </a:xfrm>
          <a:prstGeom prst="arc">
            <a:avLst/>
          </a:prstGeom>
          <a:solidFill>
            <a:srgbClr val="081421">
              <a:alpha val="0"/>
            </a:srgbClr>
          </a:solidFill>
          <a:ln w="15240">
            <a:solidFill>
              <a:srgbClr val="FFB4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4617720"/>
            <a:ext cx="704088" cy="-563270"/>
          </a:xfrm>
          <a:prstGeom prst="line">
            <a:avLst/>
          </a:prstGeom>
          <a:noFill/>
          <a:ln w="25400">
            <a:solidFill>
              <a:srgbClr val="FFB44C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868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AEGIS-172: cloud-adaptive two-player radar defense arena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0352" y="1298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embedded game system that combines physical scanning, asymmetric controls, and AWS-driven missions.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5897880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CC3200-led tabletop arena with OLED HUD, real-time radar sweep, servo shield control, and cloud-scored competitive rounds.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lock, tuner, or simple arcade clone, the system blends mechatronics, two-player interaction, and AWS mission generation in one standalone device.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4160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63650"/>
          </a:solidFill>
          <a:ln w="19050">
            <a:solidFill>
              <a:srgbClr val="42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2702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" y="4645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in critical path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95728" y="4160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63650"/>
          </a:solidFill>
          <a:ln w="19050">
            <a:solidFill>
              <a:srgbClr val="FFB4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42702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32888" y="4645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fused into threat score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33088" y="416052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63650"/>
          </a:solidFill>
          <a:ln w="19050">
            <a:solidFill>
              <a:srgbClr val="69E5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42702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9E5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270248" y="4645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split by timing domain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1691640"/>
            <a:ext cx="4572000" cy="2514600"/>
          </a:xfrm>
          <a:prstGeom prst="roundRect">
            <a:avLst>
              <a:gd name="adj" fmla="val 2909"/>
            </a:avLst>
          </a:prstGeom>
          <a:solidFill>
            <a:srgbClr val="163650"/>
          </a:solidFill>
          <a:ln w="15240">
            <a:solidFill>
              <a:srgbClr val="27486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04304" y="180136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Comparable products and our difference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22592" y="2121408"/>
            <a:ext cx="4242816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references: radar toys, reaction games, and simple home security prototypes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pivot adds competitive two-player roles instead of passive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scripts come from AWS IoT + Lambda + S3 instead of fixed local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artifacts and leaderboard data make the demo measurable and reproducible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448056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11293F"/>
          </a:solidFill>
          <a:ln w="15240">
            <a:solidFill>
              <a:srgbClr val="27486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04304" y="459028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plan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22592" y="4910328"/>
            <a:ext cx="4242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slide objective, 2 slides architecture/tasks, 2 slides progress + demo evidence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64739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AEGIS-172 | EEC172 Final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|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1"/>
          </a:solidFill>
          <a:ln w="12700">
            <a:solidFill>
              <a:srgbClr val="08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11064240" cy="0"/>
          </a:xfrm>
          <a:prstGeom prst="line">
            <a:avLst/>
          </a:prstGeom>
          <a:noFill/>
          <a:ln w="15875">
            <a:solidFill>
              <a:srgbClr val="2748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diagram: data flow, control flow, and cloud path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splits deterministic hardware control onto the UNO while the CC3200 owns UI, state, and cloud traffic.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75320" y="21945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46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Aktan lead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90888" y="21945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2D9FF"/>
          </a:solidFill>
          <a:ln w="12700">
            <a:solidFill>
              <a:srgbClr val="42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0888" y="2468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Gezheng lead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616184" y="219456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69E5A6"/>
          </a:solidFill>
          <a:ln w="12700">
            <a:solidFill>
              <a:srgbClr val="69E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16184" y="2468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163650"/>
          </a:solidFill>
          <a:ln w="25400">
            <a:solidFill>
              <a:srgbClr val="FFB4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CC3200 Main Controller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state machine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HUD + scoreboard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/ Lambda / S3 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control exchange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04688" y="3456432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34838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Aktan lead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4315968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1293F"/>
          </a:solidFill>
          <a:ln w="25400">
            <a:solidFill>
              <a:srgbClr val="42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498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 Coprocessor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4818888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sweep + ultrasonic sectors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servo, RGB, buzzer outputs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frames back to CC3200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22392" y="5504688"/>
            <a:ext cx="1225296" cy="256032"/>
          </a:xfrm>
          <a:prstGeom prst="roundRect">
            <a:avLst>
              <a:gd name="adj" fmla="val 21429"/>
            </a:avLst>
          </a:prstGeom>
          <a:solidFill>
            <a:srgbClr val="42D9FF"/>
          </a:solidFill>
          <a:ln w="12700">
            <a:solidFill>
              <a:srgbClr val="42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553212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Gezheng lead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18288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11293F"/>
          </a:solidFill>
          <a:ln w="15240">
            <a:solidFill>
              <a:srgbClr val="69E5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19385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Inputs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258568"/>
            <a:ext cx="186537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Joystick: defender shield placement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button: local round control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3730752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11293F"/>
          </a:solidFill>
          <a:ln w="15240">
            <a:solidFill>
              <a:srgbClr val="69E5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" y="384048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 Channel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186537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remote injects 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two-player interaction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13648" y="17556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63650"/>
          </a:solidFill>
          <a:ln w="15240">
            <a:solidFill>
              <a:srgbClr val="FFB44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59952" y="186537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Path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0" y="2185416"/>
            <a:ext cx="23225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mission request + telemetry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scoring + mission generation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replay and leaderboard artifacts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613648" y="3822192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11293F"/>
          </a:solidFill>
          <a:ln w="15240">
            <a:solidFill>
              <a:srgbClr val="42D9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59952" y="39319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Arena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4251960"/>
            <a:ext cx="232257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+ ULN2003 radar head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ultrasonic, tilt, light, DHT11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shield, buzzer, RGB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2852928" y="2468880"/>
            <a:ext cx="1764792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323844" y="2359152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52928" y="4343400"/>
            <a:ext cx="1764792" cy="-141732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323844" y="3525012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52360" y="2606040"/>
            <a:ext cx="1161288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621524" y="2496312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3822192"/>
            <a:ext cx="0" cy="493776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623560" y="3959352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52360" y="5047488"/>
            <a:ext cx="1161288" cy="-36576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621524" y="4754880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13648" y="2926080"/>
            <a:ext cx="-1161288" cy="0"/>
          </a:xfrm>
          <a:prstGeom prst="line">
            <a:avLst/>
          </a:prstGeom>
          <a:noFill/>
          <a:ln w="19050">
            <a:solidFill>
              <a:srgbClr val="FFB44C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621524" y="2816352"/>
            <a:ext cx="822960" cy="164592"/>
          </a:xfrm>
          <a:prstGeom prst="rect">
            <a:avLst/>
          </a:prstGeom>
          <a:solidFill>
            <a:srgbClr val="0814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" y="64739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AEGIS-172 | EEC172 Final Project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|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1"/>
          </a:solidFill>
          <a:ln w="12700">
            <a:solidFill>
              <a:srgbClr val="08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11064240" cy="0"/>
          </a:xfrm>
          <a:prstGeom prst="line">
            <a:avLst/>
          </a:prstGeom>
          <a:noFill/>
          <a:ln w="15875">
            <a:solidFill>
              <a:srgbClr val="2748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MODULES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 map and dependency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 matches the team member leading each task, with shared integration work shown separately.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75320" y="21945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46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Aktan lead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90888" y="21945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2D9FF"/>
          </a:solidFill>
          <a:ln w="12700">
            <a:solidFill>
              <a:srgbClr val="42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0888" y="2468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Gezheng lead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616184" y="219456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69E5A6"/>
          </a:solidFill>
          <a:ln w="12700">
            <a:solidFill>
              <a:srgbClr val="69E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16184" y="2468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9E5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integration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85632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Gezheng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1828800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FFB4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3784" y="193852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E37A"/>
          </a:solidFill>
          <a:ln w="12700">
            <a:solidFill>
              <a:srgbClr val="FFE3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" y="1956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CC3200 game loop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2267712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ParkPilot modes with round states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radar HUD and scoring view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58368" y="3310128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FFB4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43784" y="341985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34472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" y="3438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pipeline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749040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shadow schema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mission + score handlers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58368" y="4791456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FFB4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43784" y="490118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69E5A6"/>
          </a:solidFill>
          <a:ln w="12700">
            <a:solidFill>
              <a:srgbClr val="69E5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3784" y="49286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+ website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5230368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deck, report, webpage polish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evidence packaging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4617720" y="1828800"/>
            <a:ext cx="2944368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69E5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75704" y="193852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69E5A6"/>
          </a:solidFill>
          <a:ln w="12700">
            <a:solidFill>
              <a:srgbClr val="69E5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95681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 frame contract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64024" y="2267712"/>
            <a:ext cx="26700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half-duplex control/sensor exchange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same protocol for CC3200 swap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4617720" y="3310128"/>
            <a:ext cx="2944368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69E5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341985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E37A"/>
          </a:solidFill>
          <a:ln w="12700">
            <a:solidFill>
              <a:srgbClr val="FFE3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5704" y="34472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438144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integration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64024" y="3749040"/>
            <a:ext cx="26700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stability, level shifting, task timing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round validation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4617720" y="4791456"/>
            <a:ext cx="2944368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69E5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75704" y="490118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49286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4919472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choreography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64024" y="5230368"/>
            <a:ext cx="26700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4-minute script, clean wiring, recovery path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 and judge-facing proof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549640" y="1828800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42D9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35056" y="193852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E37A"/>
          </a:solidFill>
          <a:ln w="12700">
            <a:solidFill>
              <a:srgbClr val="FFE3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35056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0" y="1956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 mechatronics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95944" y="2267712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sweep, servo shield, buzzer, RGB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and IR local handling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8549640" y="3310128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42D9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35056" y="341985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E37A"/>
          </a:solidFill>
          <a:ln w="12700">
            <a:solidFill>
              <a:srgbClr val="FFE3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35056" y="34472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86800" y="3438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fusion inputs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695944" y="3749040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ultrasonic, tilt, light, DHT11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sampling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8549640" y="4791456"/>
            <a:ext cx="2971800" cy="1207008"/>
          </a:xfrm>
          <a:prstGeom prst="roundRect">
            <a:avLst>
              <a:gd name="adj" fmla="val 4545"/>
            </a:avLst>
          </a:prstGeom>
          <a:solidFill>
            <a:srgbClr val="11293F"/>
          </a:solidFill>
          <a:ln w="25400">
            <a:solidFill>
              <a:srgbClr val="42D9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35056" y="490118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35056" y="49286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68680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pass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695944" y="5230368"/>
            <a:ext cx="26974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5V rail and wiring cleanup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live demonstration behavior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3630168" y="2432304"/>
            <a:ext cx="987552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630168" y="3913632"/>
            <a:ext cx="987552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562088" y="2432304"/>
            <a:ext cx="987552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562088" y="3913632"/>
            <a:ext cx="987552" cy="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089904" y="3035808"/>
            <a:ext cx="0" cy="27432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89904" y="4517136"/>
            <a:ext cx="0" cy="274320"/>
          </a:xfrm>
          <a:prstGeom prst="line">
            <a:avLst/>
          </a:prstGeom>
          <a:noFill/>
          <a:ln w="19050">
            <a:solidFill>
              <a:srgbClr val="42D9FF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530352" y="64739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AEGIS-172 | EEC172 Final Project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12480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| Tasks + Ownership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1"/>
          </a:solidFill>
          <a:ln w="12700">
            <a:solidFill>
              <a:srgbClr val="08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11064240" cy="0"/>
          </a:xfrm>
          <a:prstGeom prst="line">
            <a:avLst/>
          </a:prstGeom>
          <a:noFill/>
          <a:ln w="15875">
            <a:solidFill>
              <a:srgbClr val="2748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status, remaining work, and finish timeline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enter lecture with a local playable build first, then lock cloud and polish second.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163650"/>
          </a:solidFill>
          <a:ln w="19050">
            <a:solidFill>
              <a:srgbClr val="69E5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911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41448" y="1911096"/>
            <a:ext cx="89611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pivot finalized: AEGIS-172 concept, site rewrite, proposal, and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Dual-UNO prototype path established with working request/response UART frame contract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machine, joystick shield control, stepper sweep, and actuator loop verified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11293F"/>
          </a:solidFill>
          <a:ln w="19050">
            <a:solidFill>
              <a:srgbClr val="FFE3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91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41448" y="3191256"/>
            <a:ext cx="89611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CC3200 master port from existing ParkPilot firmware and OLED HUD redesign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sensor wiring cleanup and final pin map for joystick, IR, ultrasonic, tilt, light, DHT11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balance so threat level, buzzer, and RGB are readable in demo conditions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34340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11293F"/>
          </a:solidFill>
          <a:ln w="19050">
            <a:solidFill>
              <a:srgbClr val="FFB4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4714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next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41448" y="4471416"/>
            <a:ext cx="89611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mission request, Lambda scoring, and S3 replay artifact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capture, enclosure cleanup, and fallback local mission mode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lecture script and live verification checklist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5806440"/>
            <a:ext cx="2377440" cy="713232"/>
          </a:xfrm>
          <a:prstGeom prst="roundRect">
            <a:avLst>
              <a:gd name="adj" fmla="val 6410"/>
            </a:avLst>
          </a:prstGeom>
          <a:solidFill>
            <a:srgbClr val="42D9FF"/>
          </a:solidFill>
          <a:ln w="12700">
            <a:solidFill>
              <a:srgbClr val="42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8978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1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Tonight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611733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local game loop and presentation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580644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FB44C"/>
          </a:solidFill>
          <a:ln w="12700">
            <a:solidFill>
              <a:srgbClr val="FFB4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5897880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1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19856" y="6117336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CC3200 and light up OLED HUD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53328" y="580644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69E5A6"/>
          </a:solidFill>
          <a:ln w="12700">
            <a:solidFill>
              <a:srgbClr val="69E5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5897880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1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48h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63056" y="6117336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AWS mission + replay path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96528" y="580644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FE37A"/>
          </a:solidFill>
          <a:ln w="12700">
            <a:solidFill>
              <a:srgbClr val="FFE3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5897880"/>
            <a:ext cx="2386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1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lecture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06256" y="6117336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clip and rehearse 4-minute run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64739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AEGIS-172 | EEC172 Final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| Progress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1"/>
          </a:solidFill>
          <a:ln w="12700">
            <a:solidFill>
              <a:srgbClr val="08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11064240" cy="0"/>
          </a:xfrm>
          <a:prstGeom prst="line">
            <a:avLst/>
          </a:prstGeom>
          <a:noFill/>
          <a:ln w="15875">
            <a:solidFill>
              <a:srgbClr val="2748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2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slot plus speaking cues for the lecture presentation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structured for the required 10-15 second clip and a quick verbal walkthrough of what is already working.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6995160" cy="4297680"/>
          </a:xfrm>
          <a:prstGeom prst="roundRect">
            <a:avLst>
              <a:gd name="adj" fmla="val 1702"/>
            </a:avLst>
          </a:prstGeom>
          <a:solidFill>
            <a:srgbClr val="163650"/>
          </a:solidFill>
          <a:ln w="17780">
            <a:solidFill>
              <a:srgbClr val="42D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3881628" y="3511296"/>
            <a:ext cx="594360" cy="658368"/>
          </a:xfrm>
          <a:prstGeom prst="triangle">
            <a:avLst/>
          </a:prstGeom>
          <a:solidFill>
            <a:srgbClr val="42D9FF"/>
          </a:solidFill>
          <a:ln w="12700">
            <a:solidFill>
              <a:srgbClr val="42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527608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10-15s partial demo clip here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5559552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sequence: boot -&gt; sweep -&gt; shield move -&gt; score update -&gt; cloud request overlay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63650"/>
          </a:solidFill>
          <a:ln w="15240">
            <a:solidFill>
              <a:srgbClr val="69E5A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80136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verified pieces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5592" y="2121408"/>
            <a:ext cx="319125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master-coprocessor UART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and score ticks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radar sweep + joystick shield motion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website and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1293F"/>
          </a:solidFill>
          <a:ln w="15240">
            <a:solidFill>
              <a:srgbClr val="42D9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47304" y="399592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narrate over the clip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65592" y="4315968"/>
            <a:ext cx="319125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from flash with no host control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shield tracks joystick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sweep drives threat pressure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 contract will move to CC3200 + AWS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6199632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class: replace the placeholder with a real MP4 clip from the prototype. The rest of the slide is ready.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64739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AEGIS-172 | EEC172 Final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647395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| Demo Placeholder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EEC172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AEGIS-172 In-class Presentation</dc:title>
  <dc:subject>AEGIS-172 progress presentation</dc:subject>
  <dc:creator>OpenAI Codex</dc:creator>
  <cp:lastModifiedBy>OpenAI Codex</cp:lastModifiedBy>
  <cp:revision>1</cp:revision>
  <dcterms:created xsi:type="dcterms:W3CDTF">2026-03-11T08:57:20Z</dcterms:created>
  <dcterms:modified xsi:type="dcterms:W3CDTF">2026-03-11T08:57:20Z</dcterms:modified>
</cp:coreProperties>
</file>